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ef7242e4074eff" /><Relationship Type="http://schemas.openxmlformats.org/officeDocument/2006/relationships/extended-properties" Target="/docProps/app.xml" Id="R30e5d7c6b2bf419c" /><Relationship Type="http://schemas.openxmlformats.org/officeDocument/2006/relationships/officeDocument" Target="/ppt/presentation.xml" Id="R71c2e6489e424a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b0f90454384024"/>
  </p:sldMasterIdLst>
  <p:notesMasterIdLst>
    <p:notesMasterId xmlns:r="http://schemas.openxmlformats.org/officeDocument/2006/relationships" r:id="Ra9f3bd1f4e8349fc"/>
  </p:notesMasterIdLst>
  <p:sldIdLst>
    <p:sldId xmlns:r="http://schemas.openxmlformats.org/officeDocument/2006/relationships" id="256" r:id="Raee037631feb4e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40c9539477437c" /><Relationship Type="http://schemas.openxmlformats.org/officeDocument/2006/relationships/slideMaster" Target="/ppt/slideMasters/slideMaster1.xml" Id="Rb0b0f90454384024" /><Relationship Type="http://schemas.openxmlformats.org/officeDocument/2006/relationships/notesMaster" Target="/ppt/notesMasters/notesMaster1.xml" Id="Ra9f3bd1f4e8349fc" /><Relationship Type="http://schemas.openxmlformats.org/officeDocument/2006/relationships/presProps" Target="/ppt/presProps.xml" Id="Rb71f1a96305d4a47" /><Relationship Type="http://schemas.openxmlformats.org/officeDocument/2006/relationships/tableStyles" Target="/ppt/tableStyles.xml" Id="Rc1637e14077a4092" /><Relationship Type="http://schemas.openxmlformats.org/officeDocument/2006/relationships/slide" Target="/ppt/slides/slide1.xml" Id="Raee037631feb4e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cf051837446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c95e16892e4291" /><Relationship Type="http://schemas.openxmlformats.org/officeDocument/2006/relationships/notesMaster" Target="/ppt/notesMasters/notesMaster1.xml" Id="R704adb41ef6f4c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교육용 LAB 발표 자료의 더미 슬라이드입니다.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799727a2f43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4e9dc02fd14aa1" /><Relationship Type="http://schemas.openxmlformats.org/officeDocument/2006/relationships/slideLayout" Target="/ppt/slideLayouts/slideLayout1.xml" Id="Rb2950064162f4a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950064162f4a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e27b92c734e0e" /><Relationship Type="http://schemas.openxmlformats.org/officeDocument/2006/relationships/notesSlide" Target="/ppt/notesSlides/notesSlide1.xml" Id="R0863db524347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85B03-5008-4A62-AA6E-C31B0CF0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A43"/>
                </a:solidFill>
                <a:latin typeface="Malgun Gothic"/>
                <a:ea typeface="Malgun Gothic"/>
                <a:cs typeface="Malgun Gothic"/>
              </a:rPr>
              <a:t>악성코드 기반 침해사고 실습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3255C-4961-445A-804A-7EB710A2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9810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B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243B53"/>
                </a:solidFill>
                <a:latin typeface="Malgun Gothic"/>
                <a:ea typeface="Malgun Gothic"/>
                <a:cs typeface="Malgun Gothic"/>
              </a:rPr>
              <a:t>실습 목표</a:t>
            </a:r>
          </a:p>
          <a:p xmlns:a="http://schemas.openxmlformats.org/drawingml/2006/main">
            <a:pPr>
              <a:defRPr sz="1800">
                <a:solidFill>
                  <a:srgbClr val="243B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243B53"/>
                </a:solidFill>
                <a:latin typeface="Malgun Gothic"/>
                <a:ea typeface="Malgun Gothic"/>
                <a:cs typeface="Malgun Gothic"/>
              </a:rPr>
              <a:t>• Windows 이벤트와 Sysmon 로그에서 침해 흔적 확인</a:t>
            </a:r>
          </a:p>
          <a:p xmlns:a="http://schemas.openxmlformats.org/drawingml/2006/main">
            <a:pPr>
              <a:defRPr sz="1800">
                <a:solidFill>
                  <a:srgbClr val="243B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243B53"/>
                </a:solidFill>
                <a:latin typeface="Malgun Gothic"/>
                <a:ea typeface="Malgun Gothic"/>
                <a:cs typeface="Malgun Gothic"/>
              </a:rPr>
              <a:t>• 네트워크 IOC와 프로세스 실행 흐름 재구성</a:t>
            </a:r>
          </a:p>
          <a:p xmlns:a="http://schemas.openxmlformats.org/drawingml/2006/main">
            <a:pPr>
              <a:defRPr sz="1800">
                <a:solidFill>
                  <a:srgbClr val="243B5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243B53"/>
                </a:solidFill>
                <a:latin typeface="Malgun Gothic"/>
                <a:ea typeface="Malgun Gothic"/>
                <a:cs typeface="Malgun Gothic"/>
              </a:rPr>
              <a:t>• 분석 결과를 침해사고 대응 보고서로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B3ABB-A44D-4946-90E2-DD4FA0EB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D9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627D98"/>
                </a:solidFill>
                <a:latin typeface="Malgun Gothic"/>
                <a:ea typeface="Malgun Gothic"/>
                <a:cs typeface="Malgun Gothic"/>
              </a:rPr>
              <a:t>교육용 더미 자료  |  실제 악성코드 및 개인정보 없음</a:t>
            </a:r>
          </a:p>
        </p:txBody>
      </p:sp>
    </p:spTree>
    <p:extLst>
      <p:ext uri="{BB962C8B-B14F-4D97-AF65-F5344CB8AC3E}">
        <p14:creationId xmlns:p14="http://schemas.microsoft.com/office/powerpoint/2010/main" val="1022318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2026-09-07T04:47:54.5350000Z</dcterms:created>
  <dcterms:modified xsi:type="dcterms:W3CDTF">2026-09-07T04:47:54.5350000Z</dcterms:modified>
</coreProperties>
</file>